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254000" dist="50800" dir="16200000">
              <a:srgbClr val="F59E0B">
                <a:alpha val="5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669280" y="1645920"/>
            <a:ext cx="457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47894" y="2421814"/>
            <a:ext cx="323289" cy="32328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2743200"/>
            <a:ext cx="0" cy="4572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6106" y="2421814"/>
            <a:ext cx="-323289" cy="32328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645920"/>
            <a:ext cx="-457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6106" y="870026"/>
            <a:ext cx="-323289" cy="-32328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548640"/>
            <a:ext cx="0" cy="-45720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47894" y="870026"/>
            <a:ext cx="323289" cy="-323289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RayCatcher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Solar Adoption for Every Indian Rooftop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Solar Simple. Exposed. Accessible.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receives abundant sunlight — yet residential solar adoption remains extremely low due to confusion, distrust, and lack of accessible information.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931920" cy="12801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Homeowners lack access to reliable, localized solar data (costs, savings, ROI).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3931920" cy="12801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87452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874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Deficit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331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verified way to compare vendors — leading to overpricing &amp; poor service.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3931920" cy="12801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Process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794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Subsidy applications are tedious; technical jargon discourages first-timers.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200400"/>
            <a:ext cx="3931920" cy="12801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33756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337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Fragmentation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3794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Installers struggle to find serious leads; customers don't know where to begin.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572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Insight: 109 respondents — majority unaware of solar benefits, subsidies, or trustworthy installers.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RayCatcher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platform that simplifies solar adoption for Indian households — from awareness to installation.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517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Savings Calculator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ROI &amp; payback estimation based on rooftop area, location &amp; energy usage.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517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82880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Vendor Marketplace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certified installers by ratings, pricing &amp; service areas.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6517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828800"/>
            <a:ext cx="265176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965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Document Vault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23317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warranties, invoices &amp; subsidy applications in one place.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6517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91840"/>
            <a:ext cx="265176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Solar Assistant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anything solar — instant answers in your preferred language.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291840"/>
            <a:ext cx="26517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29184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Subsidy Navigator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guidance for PM Surya Ghar &amp; state-specific subsidies.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3291840"/>
            <a:ext cx="265176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29184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429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&amp; Referrals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37947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local solar adopters, share experiences &amp; earn referral rewards.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20116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$15.8B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Rooftop Solar Market by 2030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GW target under National Solar Mission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20116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011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Tier-1 &amp; Tier-2 residential rooftops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~10M eligible households across 50+ cities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560320" cy="20116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188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$50M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3-year target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Gujarat, Maharashtra, Karnataka, Tamil Nadu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Drivers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Surya Ghar: 1 crore homes targeted for rooftop solar with 40–60% subsidy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electricity tariffs making solar increasingly cost-effective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480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State-level net metering policies improving ROI for homeowners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846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environmental awareness driving consumer interest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Value Proposition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Homeowners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clarity on costs, savings &amp; payback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verified, rated installers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Subsidy guidance &amp; document management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support &amp; community connection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Vendors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Qualified, high-intent leads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0749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through verified profiles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for managing quotes &amp; projects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insights &amp; performance analytics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RayCatcher?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201168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India-specific solar calculations &amp; subsidies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06040" y="3840480"/>
            <a:ext cx="201168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9748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vendors with transparent ratings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840480"/>
            <a:ext cx="201168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discovery to installation to maintenance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03720" y="3840480"/>
            <a:ext cx="201168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5160" y="3931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95160" y="4297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recommendations &amp; instant support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858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9144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 Fees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vendors per verified lead (₹200–500/lead)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234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6858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103120"/>
            <a:ext cx="9144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40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on Installations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2–5% commission on completed solar installations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2331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6858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91440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Subscriptions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vendor profiles &amp; tools (₹2,000–10,000/month)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0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68580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297680"/>
            <a:ext cx="9144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Revenue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with financing &amp; insurance providers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526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498080" y="1005840"/>
            <a:ext cx="1371600" cy="38404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1737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₹800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₹5,000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9808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6.25x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 &amp; Resources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development &amp; AI integration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onboarding &amp; verification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acquisition &amp; engagement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&amp; solar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 &amp; education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Resources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371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team (AI/ML, Full-stack, Mobile)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7373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industry advisors &amp; experts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103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vendor network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solar calculation models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 &amp; behavioral insights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Partners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201168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Equipment OEMs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&amp; inverter manufacturers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6040" y="4023360"/>
            <a:ext cx="201168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 Companies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9748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local installers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4023360"/>
            <a:ext cx="201168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Institutions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loan &amp; EMI providers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03720" y="4023360"/>
            <a:ext cx="2011680" cy="9144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Bodies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Subsidy &amp; policy partners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Funding Required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₹40 Lakhs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runway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development, team building, initial marketing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Revenue (Year 3)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₹1.19 Cr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profitability by Year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conservative adoption estimates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Allocation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1600200" cy="9144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94560" y="3200400"/>
            <a:ext cx="1600200" cy="9144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2194560" y="3291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3657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Growth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931920" y="3200400"/>
            <a:ext cx="1600200" cy="9144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291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3657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669280" y="3200400"/>
            <a:ext cx="1600200" cy="914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3291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69280" y="3657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Compliance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06640" y="3200400"/>
            <a:ext cx="1600200" cy="914400"/>
          </a:xfrm>
          <a:prstGeom prst="roundRect">
            <a:avLst/>
          </a:prstGeom>
          <a:solidFill>
            <a:srgbClr val="1F2937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32918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36576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 with Funding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MVP in 2 cities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06040" y="4663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88036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registered users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663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verified vendors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46634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17804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₹10L monthly GMV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&amp;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09728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seeking ₹40 Lakhs in seed funding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build MVP, onboard first vendors, and acquire early users in Gujarat &amp; Maharashtra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2011680" cy="45720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011680" cy="1828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MVP Development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calculator &amp; vendor directory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Beta testing with 50 users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06040" y="2651760"/>
            <a:ext cx="2011680" cy="4572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3108960"/>
            <a:ext cx="2011680" cy="1828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launch in Gujarat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9748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50+ verified vendors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9748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assistant integration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651760"/>
            <a:ext cx="2011680" cy="45720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2011680" cy="1828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 to Maharashtra &amp; Karnataka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 launch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1000+ active users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03720" y="2651760"/>
            <a:ext cx="2011680" cy="4572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2697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3108960"/>
            <a:ext cx="2011680" cy="1828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9516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Pan-India expansion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95160" y="3886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Series A preparation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95160" y="4251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partnerships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822960" cy="8229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Harikrishnan 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Final-year EEE student, AIML minor, passionate about clean energy &amp; building impactful tech.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280160"/>
            <a:ext cx="822960" cy="8229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63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234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Mohan 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0" y="1554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Final-year CSE-AIML, adept at Python, AI/ML systems, and building scalable backend solutions.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4023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10896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SJB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Jaswanth 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4592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COO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background with expertise in operations, strategy, and business development.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834640"/>
            <a:ext cx="402336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310896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91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Sravani 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&amp; CMO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840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specialization in marketing, skilled in brand strategy and customer acquisition.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457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expertise in technology, business, and marketing — united by a passion for sustainable energy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Savings Calculator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our interactive calculator at raycatcher.in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657600" cy="32004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Your Details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Electricity Bill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 Area (sq ft)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/ City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32918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86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Type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371600"/>
            <a:ext cx="4114800" cy="3200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Estimated Savings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System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920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2560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₹72,000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32004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 Years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F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25-Year Savings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38404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₹18,00,000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0" y="731520"/>
            <a:ext cx="2286000" cy="22860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0" dist="50800" dir="16200000">
              <a:srgbClr val="F59E0B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32004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power India's rooftops — together.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4572000"/>
            <a:ext cx="4572000" cy="54864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raycatcher.in  |  hello@raycatcher.in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RayCatcher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RayCatcher - Smart Solar Solutions</dc:title>
  <dc:subject>Startup Pitch Deck</dc:subject>
  <dc:creator>RayCatcher Team</dc:creator>
  <cp:lastModifiedBy>RayCatcher Team</cp:lastModifiedBy>
  <cp:revision>1</cp:revision>
  <dcterms:created xsi:type="dcterms:W3CDTF">2025-11-26T21:06:43Z</dcterms:created>
  <dcterms:modified xsi:type="dcterms:W3CDTF">2025-11-26T21:06:43Z</dcterms:modified>
</cp:coreProperties>
</file>